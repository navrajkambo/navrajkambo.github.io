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C5FB"/>
    <a:srgbClr val="D7E5FD"/>
    <a:srgbClr val="70A3F9"/>
    <a:srgbClr val="E497FF"/>
    <a:srgbClr val="AF67FF"/>
    <a:srgbClr val="8C5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972" y="-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CD27B-EC3F-9606-A690-DE1E564CC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1744C3-20E3-C781-6171-1692C8253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414D1-14AF-72FB-F32E-94507CE27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03E5A-6ADB-A434-EE59-E5D76911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444A1-7DEB-EE6D-3DD9-FBF79C42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3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ADD19-8A0E-7B86-88D6-4F1BF081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A8949-6795-E0D5-CABF-C1D0BD59F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192ED-A8C6-9BB2-1C93-D11FD3BC8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17D6D-54C0-5DA8-A377-BF7821C76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1C0FD-3A8D-7556-27BB-B42D7458D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9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DC57-F73C-F359-E427-2B737F907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42158-8EBC-0892-4063-194AA9440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32D35-E4D6-E736-429E-1D480621C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9985E-23F0-38DB-EFF0-8A17CA26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DFF4A-C481-1F8E-8730-D6213AFE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6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72DC-BD58-B3B8-EF3B-5BB92FC06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C42D3-988C-ABA8-EDA9-B86ED7C33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FF7B20-B96B-D22A-5A88-5E9552DE8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5359F-8E4F-8428-7EAC-0D6359DAD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AEE81-74E8-8A99-983E-80A98199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AC0ED-269E-EEC0-CF94-5A3BE454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60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CED6-D551-FCC6-698A-1D168AD62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9AECE-6867-2CB9-E59B-5194F3D6A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82641-78B4-5B27-2C3A-88B82F1B2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7EE871-94A2-C6E9-24AE-5CA1B94DFF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5CE58-3C43-5009-17C4-F837AA97B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09C166-1ACB-7620-88C3-AEA8E4588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5EAA1E-8486-4A34-CDD1-CD474257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C098F-10EA-0EAB-8D16-F808B5A3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8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37E81-E7AE-B53E-518D-5A2FBCAC9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698315-873B-C1B9-85C6-5576A0BA3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781FAB-CC8E-4C37-5F5F-7524E1081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B177D-0871-2CBD-3898-1F49C6EE6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2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8788AE-5697-ABA3-E3FC-CB8362957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E2AD2-C460-BC5D-C0D7-8563C30C3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C95D5-9641-31C7-0454-4957323A7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80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7DBFE-199D-7048-9B8F-12ECEF9A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6D174-C73E-B61F-422E-A8CBEE85A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FFF7E-43EE-9596-521A-CFD9AAFC3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D8D83-ACFD-6595-481C-97391646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D8C50-8F93-9B8D-9D86-4BF37078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40A63-6B53-A2D8-2D0E-938AE1D64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79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B5FF-BF54-79B5-18B0-47B2A1CD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EF66CB-9E74-0B06-4B1D-D633B41BA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4DA60-B021-1935-8504-4E931C7D2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6D87B-7F3B-8A3A-9A12-AEF592BB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EBB06-4D87-F84E-A1BF-2F3EE6FFA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F9EE4-309E-1570-C01C-8654F25D6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7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08D3-203C-29DE-CE2E-7AF82295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B1EFC-810B-1618-3999-181D5A07F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30D95-F874-26A7-518D-BD8C2FC64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E28E1-D042-9606-34CF-3DB4028F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02863-274A-420C-76A2-0B4D948A2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5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259618-1101-3A0F-360A-575B666B9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0DC67-74B8-73AB-4843-E4E441480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49BF7-FCB6-85B4-BB8D-CAD287AC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D0FF-0F05-4DB4-9311-7D04CC070DFA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4D57E-138B-CB9D-74EE-14C7280C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F8B1B-76E3-9E90-7276-BCCE1577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98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B2725F-33CB-D316-9B6C-54C09DC02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0DB5A-169F-B558-1536-30478E819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29CED-6817-7834-8989-EC8D2C90B1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9D0FF-0F05-4DB4-9311-7D04CC070DFA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6AE61-4D07-DD94-5E86-B6743A9BA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6A859-E486-6691-D24A-6F617C66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8E701-CB33-4760-B814-9096BCD9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59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45B910-4EAD-9CD2-67B4-EDD4E184FBA5}"/>
              </a:ext>
            </a:extLst>
          </p:cNvPr>
          <p:cNvSpPr/>
          <p:nvPr/>
        </p:nvSpPr>
        <p:spPr>
          <a:xfrm>
            <a:off x="3126673" y="2547747"/>
            <a:ext cx="371475" cy="2343150"/>
          </a:xfrm>
          <a:prstGeom prst="rect">
            <a:avLst/>
          </a:prstGeom>
          <a:solidFill>
            <a:srgbClr val="8C54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791D3-BA15-5078-DD91-6A9B91813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006" y="1161734"/>
            <a:ext cx="2486372" cy="22672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10E051A-A269-B1C6-4D98-A0CE3362CB04}"/>
              </a:ext>
            </a:extLst>
          </p:cNvPr>
          <p:cNvSpPr/>
          <p:nvPr/>
        </p:nvSpPr>
        <p:spPr>
          <a:xfrm>
            <a:off x="5046345" y="1161734"/>
            <a:ext cx="371475" cy="3729163"/>
          </a:xfrm>
          <a:prstGeom prst="rect">
            <a:avLst/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FA4EB0-B9C8-7684-F1A7-32AC78595D19}"/>
              </a:ext>
            </a:extLst>
          </p:cNvPr>
          <p:cNvSpPr/>
          <p:nvPr/>
        </p:nvSpPr>
        <p:spPr>
          <a:xfrm>
            <a:off x="7253491" y="2554605"/>
            <a:ext cx="371475" cy="2343150"/>
          </a:xfrm>
          <a:prstGeom prst="rect">
            <a:avLst/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BBEEFC-B2CF-3D97-57D2-A4CCE092DDEB}"/>
              </a:ext>
            </a:extLst>
          </p:cNvPr>
          <p:cNvSpPr/>
          <p:nvPr/>
        </p:nvSpPr>
        <p:spPr>
          <a:xfrm>
            <a:off x="4569528" y="2547747"/>
            <a:ext cx="371475" cy="2343150"/>
          </a:xfrm>
          <a:prstGeom prst="rect">
            <a:avLst/>
          </a:prstGeom>
          <a:solidFill>
            <a:srgbClr val="8C54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953E54-F539-9067-EB01-4BDDCDB10290}"/>
              </a:ext>
            </a:extLst>
          </p:cNvPr>
          <p:cNvSpPr/>
          <p:nvPr/>
        </p:nvSpPr>
        <p:spPr>
          <a:xfrm>
            <a:off x="3498148" y="2547747"/>
            <a:ext cx="1071379" cy="392876"/>
          </a:xfrm>
          <a:prstGeom prst="rect">
            <a:avLst/>
          </a:prstGeom>
          <a:solidFill>
            <a:srgbClr val="8C54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iagonal Stripe 10">
            <a:extLst>
              <a:ext uri="{FF2B5EF4-FFF2-40B4-BE49-F238E27FC236}">
                <a16:creationId xmlns:a16="http://schemas.microsoft.com/office/drawing/2014/main" id="{F176D585-7DD3-F25F-C983-E6A074869835}"/>
              </a:ext>
            </a:extLst>
          </p:cNvPr>
          <p:cNvSpPr/>
          <p:nvPr/>
        </p:nvSpPr>
        <p:spPr>
          <a:xfrm>
            <a:off x="5417820" y="2547746"/>
            <a:ext cx="1421515" cy="1320165"/>
          </a:xfrm>
          <a:prstGeom prst="diagStripe">
            <a:avLst>
              <a:gd name="adj" fmla="val 68241"/>
            </a:avLst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A3F9"/>
              </a:solidFill>
            </a:endParaRPr>
          </a:p>
        </p:txBody>
      </p:sp>
      <p:sp>
        <p:nvSpPr>
          <p:cNvPr id="12" name="Diagonal Stripe 11">
            <a:extLst>
              <a:ext uri="{FF2B5EF4-FFF2-40B4-BE49-F238E27FC236}">
                <a16:creationId xmlns:a16="http://schemas.microsoft.com/office/drawing/2014/main" id="{7E241A06-1DD4-90CB-023F-7910D4918746}"/>
              </a:ext>
            </a:extLst>
          </p:cNvPr>
          <p:cNvSpPr/>
          <p:nvPr/>
        </p:nvSpPr>
        <p:spPr>
          <a:xfrm flipV="1">
            <a:off x="5417819" y="3555805"/>
            <a:ext cx="1421515" cy="1320166"/>
          </a:xfrm>
          <a:prstGeom prst="diagStripe">
            <a:avLst>
              <a:gd name="adj" fmla="val 67549"/>
            </a:avLst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A3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897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7DFD3-6D2B-78AE-477B-BB9199EB3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0FDA4FD-E2F8-203C-69FD-2D80462BF1F8}"/>
              </a:ext>
            </a:extLst>
          </p:cNvPr>
          <p:cNvSpPr/>
          <p:nvPr/>
        </p:nvSpPr>
        <p:spPr>
          <a:xfrm>
            <a:off x="5569316" y="4558326"/>
            <a:ext cx="371475" cy="443055"/>
          </a:xfrm>
          <a:prstGeom prst="rect">
            <a:avLst/>
          </a:prstGeom>
          <a:solidFill>
            <a:srgbClr val="D7E5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DDCE25-DAE5-6B7D-CAF3-E515E1C8CB00}"/>
              </a:ext>
            </a:extLst>
          </p:cNvPr>
          <p:cNvSpPr/>
          <p:nvPr/>
        </p:nvSpPr>
        <p:spPr>
          <a:xfrm flipV="1">
            <a:off x="5943850" y="4949142"/>
            <a:ext cx="371475" cy="18654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F64C24-55AB-53F3-338C-8DC64482D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006" y="1161734"/>
            <a:ext cx="2486372" cy="2267266"/>
          </a:xfrm>
          <a:prstGeom prst="rect">
            <a:avLst/>
          </a:prstGeom>
        </p:spPr>
      </p:pic>
      <p:pic>
        <p:nvPicPr>
          <p:cNvPr id="3" name="Picture 2" descr="A green and purple cubes&#10;&#10;AI-generated content may be incorrect.">
            <a:extLst>
              <a:ext uri="{FF2B5EF4-FFF2-40B4-BE49-F238E27FC236}">
                <a16:creationId xmlns:a16="http://schemas.microsoft.com/office/drawing/2014/main" id="{767D30B5-8CEB-85DC-64D3-D91D19DEFC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02" y="3576603"/>
            <a:ext cx="1219200" cy="12192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06CD5DA-5B7E-C847-E21F-A002C0CD7AB7}"/>
              </a:ext>
            </a:extLst>
          </p:cNvPr>
          <p:cNvSpPr/>
          <p:nvPr/>
        </p:nvSpPr>
        <p:spPr>
          <a:xfrm rot="20021161">
            <a:off x="3522538" y="2954004"/>
            <a:ext cx="1690524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B126975-6968-502A-A41A-9712C76A703D}"/>
              </a:ext>
            </a:extLst>
          </p:cNvPr>
          <p:cNvSpPr/>
          <p:nvPr/>
        </p:nvSpPr>
        <p:spPr>
          <a:xfrm>
            <a:off x="4630092" y="1730933"/>
            <a:ext cx="371475" cy="1338724"/>
          </a:xfrm>
          <a:prstGeom prst="rect">
            <a:avLst/>
          </a:prstGeom>
          <a:solidFill>
            <a:srgbClr val="D7E5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27BB746-C702-1A59-1B59-62A3FA5AB918}"/>
              </a:ext>
            </a:extLst>
          </p:cNvPr>
          <p:cNvGrpSpPr/>
          <p:nvPr/>
        </p:nvGrpSpPr>
        <p:grpSpPr>
          <a:xfrm>
            <a:off x="2991025" y="2617650"/>
            <a:ext cx="2113068" cy="3881728"/>
            <a:chOff x="2991025" y="2617650"/>
            <a:chExt cx="2113068" cy="388172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B0EC9AF-123F-DD3D-E729-2E7269007D7E}"/>
                </a:ext>
              </a:extLst>
            </p:cNvPr>
            <p:cNvSpPr/>
            <p:nvPr/>
          </p:nvSpPr>
          <p:spPr>
            <a:xfrm>
              <a:off x="4255407" y="3197313"/>
              <a:ext cx="371475" cy="2401129"/>
            </a:xfrm>
            <a:prstGeom prst="rect">
              <a:avLst/>
            </a:prstGeom>
            <a:solidFill>
              <a:srgbClr val="E497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0D7C3D2-9247-D149-E9C2-5145F0121E65}"/>
                </a:ext>
              </a:extLst>
            </p:cNvPr>
            <p:cNvSpPr/>
            <p:nvPr/>
          </p:nvSpPr>
          <p:spPr>
            <a:xfrm>
              <a:off x="3704363" y="3694870"/>
              <a:ext cx="371475" cy="2369379"/>
            </a:xfrm>
            <a:prstGeom prst="rect">
              <a:avLst/>
            </a:prstGeom>
            <a:solidFill>
              <a:srgbClr val="8C54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4096B7-EF3E-CA0B-1AA7-C7A1250DABF8}"/>
                </a:ext>
              </a:extLst>
            </p:cNvPr>
            <p:cNvSpPr/>
            <p:nvPr/>
          </p:nvSpPr>
          <p:spPr>
            <a:xfrm>
              <a:off x="4624570" y="3052055"/>
              <a:ext cx="371475" cy="2558169"/>
            </a:xfrm>
            <a:prstGeom prst="rect">
              <a:avLst/>
            </a:prstGeom>
            <a:solidFill>
              <a:srgbClr val="8C54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A1D80B-657C-952F-5685-0955E3D16201}"/>
                </a:ext>
              </a:extLst>
            </p:cNvPr>
            <p:cNvSpPr/>
            <p:nvPr/>
          </p:nvSpPr>
          <p:spPr>
            <a:xfrm rot="20021161">
              <a:off x="3726444" y="3380973"/>
              <a:ext cx="1254527" cy="392876"/>
            </a:xfrm>
            <a:prstGeom prst="rect">
              <a:avLst/>
            </a:prstGeom>
            <a:solidFill>
              <a:srgbClr val="8C54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8C54F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153B442-4CF6-7F55-681A-2F647F773102}"/>
                </a:ext>
              </a:extLst>
            </p:cNvPr>
            <p:cNvSpPr/>
            <p:nvPr/>
          </p:nvSpPr>
          <p:spPr>
            <a:xfrm>
              <a:off x="3333732" y="3479801"/>
              <a:ext cx="371475" cy="2613024"/>
            </a:xfrm>
            <a:prstGeom prst="rect">
              <a:avLst/>
            </a:prstGeom>
            <a:solidFill>
              <a:srgbClr val="E497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E497FF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2B9C3E3-457B-9D79-EF90-9E016BDE8981}"/>
                </a:ext>
              </a:extLst>
            </p:cNvPr>
            <p:cNvSpPr/>
            <p:nvPr/>
          </p:nvSpPr>
          <p:spPr>
            <a:xfrm rot="1089130">
              <a:off x="3042041" y="6106502"/>
              <a:ext cx="1696115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FBC754B-1E93-93D8-017B-5BC504B9A4C0}"/>
                </a:ext>
              </a:extLst>
            </p:cNvPr>
            <p:cNvSpPr/>
            <p:nvPr/>
          </p:nvSpPr>
          <p:spPr>
            <a:xfrm rot="1089130">
              <a:off x="4185593" y="5524530"/>
              <a:ext cx="466443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E688887-56B2-9218-0A96-FE194C403824}"/>
                </a:ext>
              </a:extLst>
            </p:cNvPr>
            <p:cNvSpPr/>
            <p:nvPr/>
          </p:nvSpPr>
          <p:spPr>
            <a:xfrm rot="20021161">
              <a:off x="3535071" y="3007617"/>
              <a:ext cx="1448639" cy="392876"/>
            </a:xfrm>
            <a:prstGeom prst="rect">
              <a:avLst/>
            </a:prstGeom>
            <a:solidFill>
              <a:srgbClr val="AF67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AF67FF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BD594F1-B8DD-96A1-70DA-37F11A21A581}"/>
                </a:ext>
              </a:extLst>
            </p:cNvPr>
            <p:cNvSpPr/>
            <p:nvPr/>
          </p:nvSpPr>
          <p:spPr>
            <a:xfrm rot="1089130">
              <a:off x="3356548" y="3249250"/>
              <a:ext cx="415651" cy="392876"/>
            </a:xfrm>
            <a:prstGeom prst="rect">
              <a:avLst/>
            </a:prstGeom>
            <a:solidFill>
              <a:srgbClr val="AF67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E83C6FF-DE55-928A-18EB-6FA730152B39}"/>
                </a:ext>
              </a:extLst>
            </p:cNvPr>
            <p:cNvSpPr/>
            <p:nvPr/>
          </p:nvSpPr>
          <p:spPr>
            <a:xfrm rot="1089130">
              <a:off x="4661731" y="2617650"/>
              <a:ext cx="442362" cy="392876"/>
            </a:xfrm>
            <a:prstGeom prst="rect">
              <a:avLst/>
            </a:prstGeom>
            <a:solidFill>
              <a:srgbClr val="D7E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CE38F59-E7C2-9DB4-35F4-93F627678397}"/>
                </a:ext>
              </a:extLst>
            </p:cNvPr>
            <p:cNvSpPr/>
            <p:nvPr/>
          </p:nvSpPr>
          <p:spPr>
            <a:xfrm rot="20021161">
              <a:off x="2991025" y="2908784"/>
              <a:ext cx="1725291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3EFBA8E3-79A9-160E-AF49-EE152816E0A2}"/>
              </a:ext>
            </a:extLst>
          </p:cNvPr>
          <p:cNvSpPr/>
          <p:nvPr/>
        </p:nvSpPr>
        <p:spPr>
          <a:xfrm rot="20021161">
            <a:off x="5058321" y="1725714"/>
            <a:ext cx="445230" cy="392876"/>
          </a:xfrm>
          <a:prstGeom prst="rect">
            <a:avLst/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55756A-18A2-E257-85D7-5736E9BC1ED8}"/>
              </a:ext>
            </a:extLst>
          </p:cNvPr>
          <p:cNvSpPr/>
          <p:nvPr/>
        </p:nvSpPr>
        <p:spPr>
          <a:xfrm rot="17737531">
            <a:off x="5499417" y="4030814"/>
            <a:ext cx="384280" cy="1219119"/>
          </a:xfrm>
          <a:prstGeom prst="rect">
            <a:avLst/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8D3EAD-CB80-030E-523F-9B14E2E51BCD}"/>
              </a:ext>
            </a:extLst>
          </p:cNvPr>
          <p:cNvSpPr/>
          <p:nvPr/>
        </p:nvSpPr>
        <p:spPr>
          <a:xfrm rot="20021161">
            <a:off x="5689258" y="5426019"/>
            <a:ext cx="1696115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72E525-896B-7D75-F217-705C43B0C089}"/>
              </a:ext>
            </a:extLst>
          </p:cNvPr>
          <p:cNvSpPr/>
          <p:nvPr/>
        </p:nvSpPr>
        <p:spPr>
          <a:xfrm rot="20021161">
            <a:off x="6282777" y="5367574"/>
            <a:ext cx="1696115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72F328-DFDD-891E-2C54-D2712BFEB368}"/>
              </a:ext>
            </a:extLst>
          </p:cNvPr>
          <p:cNvSpPr/>
          <p:nvPr/>
        </p:nvSpPr>
        <p:spPr>
          <a:xfrm>
            <a:off x="5366723" y="778606"/>
            <a:ext cx="371475" cy="2401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7A344C-555A-A684-C5F6-3680FEE7E312}"/>
              </a:ext>
            </a:extLst>
          </p:cNvPr>
          <p:cNvSpPr/>
          <p:nvPr/>
        </p:nvSpPr>
        <p:spPr>
          <a:xfrm rot="20021161">
            <a:off x="5349019" y="2761336"/>
            <a:ext cx="3002904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32CD099-CFFF-A6A8-3E34-162C311C6F4C}"/>
              </a:ext>
            </a:extLst>
          </p:cNvPr>
          <p:cNvSpPr/>
          <p:nvPr/>
        </p:nvSpPr>
        <p:spPr>
          <a:xfrm rot="1089130">
            <a:off x="5394653" y="5033754"/>
            <a:ext cx="1576100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CB21CB0-543E-C7B6-9313-8EB6D528202A}"/>
              </a:ext>
            </a:extLst>
          </p:cNvPr>
          <p:cNvSpPr/>
          <p:nvPr/>
        </p:nvSpPr>
        <p:spPr>
          <a:xfrm rot="1089130">
            <a:off x="5316769" y="3414044"/>
            <a:ext cx="425718" cy="308612"/>
          </a:xfrm>
          <a:prstGeom prst="rect">
            <a:avLst/>
          </a:prstGeom>
          <a:solidFill>
            <a:srgbClr val="A3C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6158FAA-EF9B-913F-E11E-B87B0706B27C}"/>
              </a:ext>
            </a:extLst>
          </p:cNvPr>
          <p:cNvSpPr/>
          <p:nvPr/>
        </p:nvSpPr>
        <p:spPr>
          <a:xfrm rot="20021161">
            <a:off x="5235312" y="3115548"/>
            <a:ext cx="696454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F3C0A55-B897-5392-8577-130C4743BD3C}"/>
              </a:ext>
            </a:extLst>
          </p:cNvPr>
          <p:cNvSpPr/>
          <p:nvPr/>
        </p:nvSpPr>
        <p:spPr>
          <a:xfrm rot="1089130">
            <a:off x="5269626" y="3696988"/>
            <a:ext cx="335891" cy="622911"/>
          </a:xfrm>
          <a:prstGeom prst="rect">
            <a:avLst/>
          </a:prstGeom>
          <a:solidFill>
            <a:srgbClr val="D7E5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6244AA-8695-58F2-8A3E-875420B540FA}"/>
              </a:ext>
            </a:extLst>
          </p:cNvPr>
          <p:cNvSpPr/>
          <p:nvPr/>
        </p:nvSpPr>
        <p:spPr>
          <a:xfrm>
            <a:off x="4994310" y="1866900"/>
            <a:ext cx="371475" cy="3569213"/>
          </a:xfrm>
          <a:prstGeom prst="rect">
            <a:avLst/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A3F9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E83AF1-C54F-A0D2-995C-058441566C02}"/>
              </a:ext>
            </a:extLst>
          </p:cNvPr>
          <p:cNvSpPr/>
          <p:nvPr/>
        </p:nvSpPr>
        <p:spPr>
          <a:xfrm rot="18104870">
            <a:off x="5141334" y="3755273"/>
            <a:ext cx="1319693" cy="370968"/>
          </a:xfrm>
          <a:prstGeom prst="rect">
            <a:avLst/>
          </a:prstGeom>
          <a:solidFill>
            <a:srgbClr val="70A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B54BA3-9DD8-B906-4587-C1BC15D08E9A}"/>
              </a:ext>
            </a:extLst>
          </p:cNvPr>
          <p:cNvSpPr/>
          <p:nvPr/>
        </p:nvSpPr>
        <p:spPr>
          <a:xfrm rot="20021161">
            <a:off x="5594591" y="3369650"/>
            <a:ext cx="696454" cy="263762"/>
          </a:xfrm>
          <a:prstGeom prst="rect">
            <a:avLst/>
          </a:prstGeom>
          <a:solidFill>
            <a:srgbClr val="A3C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EDC81D-F185-4D53-EB9A-D6FB78445390}"/>
              </a:ext>
            </a:extLst>
          </p:cNvPr>
          <p:cNvSpPr/>
          <p:nvPr/>
        </p:nvSpPr>
        <p:spPr>
          <a:xfrm rot="1089130">
            <a:off x="5774035" y="3001944"/>
            <a:ext cx="625659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E38D8C-0BB0-65D2-622F-596117C2A553}"/>
              </a:ext>
            </a:extLst>
          </p:cNvPr>
          <p:cNvSpPr/>
          <p:nvPr/>
        </p:nvSpPr>
        <p:spPr>
          <a:xfrm rot="20021161">
            <a:off x="3629218" y="5365992"/>
            <a:ext cx="3002904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70F4BFA-58D6-997F-3DC3-77EFC6D052B7}"/>
              </a:ext>
            </a:extLst>
          </p:cNvPr>
          <p:cNvSpPr/>
          <p:nvPr/>
        </p:nvSpPr>
        <p:spPr>
          <a:xfrm rot="20021161">
            <a:off x="4658211" y="1565356"/>
            <a:ext cx="700461" cy="263762"/>
          </a:xfrm>
          <a:prstGeom prst="rect">
            <a:avLst/>
          </a:prstGeom>
          <a:solidFill>
            <a:srgbClr val="A3C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3C5FB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FC038EF-3EC8-7C51-A076-AB9B10A54AB7}"/>
              </a:ext>
            </a:extLst>
          </p:cNvPr>
          <p:cNvSpPr/>
          <p:nvPr/>
        </p:nvSpPr>
        <p:spPr>
          <a:xfrm rot="1089130">
            <a:off x="4841454" y="1196762"/>
            <a:ext cx="625659" cy="392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0D491ED-75F3-602F-0609-01F0E7436AF2}"/>
              </a:ext>
            </a:extLst>
          </p:cNvPr>
          <p:cNvSpPr/>
          <p:nvPr/>
        </p:nvSpPr>
        <p:spPr>
          <a:xfrm rot="1089130">
            <a:off x="4529234" y="1780352"/>
            <a:ext cx="415651" cy="392876"/>
          </a:xfrm>
          <a:prstGeom prst="rect">
            <a:avLst/>
          </a:prstGeom>
          <a:solidFill>
            <a:srgbClr val="D7E5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4A99A1-D375-7381-EA9E-ADEF7CDAB6DB}"/>
              </a:ext>
            </a:extLst>
          </p:cNvPr>
          <p:cNvSpPr/>
          <p:nvPr/>
        </p:nvSpPr>
        <p:spPr>
          <a:xfrm>
            <a:off x="4623431" y="1898774"/>
            <a:ext cx="371475" cy="1038855"/>
          </a:xfrm>
          <a:prstGeom prst="rect">
            <a:avLst/>
          </a:prstGeom>
          <a:solidFill>
            <a:srgbClr val="D7E5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7E5FD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0887A12-FB21-E38B-13EE-38873916EB03}"/>
              </a:ext>
            </a:extLst>
          </p:cNvPr>
          <p:cNvSpPr/>
          <p:nvPr/>
        </p:nvSpPr>
        <p:spPr>
          <a:xfrm>
            <a:off x="4257102" y="1677321"/>
            <a:ext cx="371475" cy="1260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77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95915-82A6-53A9-4DCC-C6F0C42E5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A85C145-2B9C-57F1-3EE9-200E0233439E}"/>
              </a:ext>
            </a:extLst>
          </p:cNvPr>
          <p:cNvGrpSpPr/>
          <p:nvPr/>
        </p:nvGrpSpPr>
        <p:grpSpPr>
          <a:xfrm>
            <a:off x="4048300" y="730981"/>
            <a:ext cx="5360898" cy="5720772"/>
            <a:chOff x="2991025" y="778606"/>
            <a:chExt cx="5360898" cy="572077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D6C9AD2-0255-FF24-EDDB-56B9AFAECACE}"/>
                </a:ext>
              </a:extLst>
            </p:cNvPr>
            <p:cNvSpPr/>
            <p:nvPr/>
          </p:nvSpPr>
          <p:spPr>
            <a:xfrm>
              <a:off x="5569316" y="4558326"/>
              <a:ext cx="371475" cy="443055"/>
            </a:xfrm>
            <a:prstGeom prst="rect">
              <a:avLst/>
            </a:prstGeom>
            <a:solidFill>
              <a:srgbClr val="D7E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A0ABCE9-848D-944D-DD23-69B421015B9E}"/>
                </a:ext>
              </a:extLst>
            </p:cNvPr>
            <p:cNvSpPr/>
            <p:nvPr/>
          </p:nvSpPr>
          <p:spPr>
            <a:xfrm flipV="1">
              <a:off x="5943850" y="4949142"/>
              <a:ext cx="371475" cy="18654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ACCF8D-1A7D-EA2E-5977-43BC525A99A0}"/>
                </a:ext>
              </a:extLst>
            </p:cNvPr>
            <p:cNvSpPr/>
            <p:nvPr/>
          </p:nvSpPr>
          <p:spPr>
            <a:xfrm rot="20021161">
              <a:off x="3522538" y="2954004"/>
              <a:ext cx="1690524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ED5397A-18D7-13AF-187F-53ACF8C8C416}"/>
                </a:ext>
              </a:extLst>
            </p:cNvPr>
            <p:cNvSpPr/>
            <p:nvPr/>
          </p:nvSpPr>
          <p:spPr>
            <a:xfrm>
              <a:off x="4630092" y="1730933"/>
              <a:ext cx="371475" cy="1338724"/>
            </a:xfrm>
            <a:prstGeom prst="rect">
              <a:avLst/>
            </a:prstGeom>
            <a:solidFill>
              <a:srgbClr val="D7E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ECBD0E7-0A81-99D6-D002-C2EFDDB7A9D2}"/>
                </a:ext>
              </a:extLst>
            </p:cNvPr>
            <p:cNvGrpSpPr/>
            <p:nvPr/>
          </p:nvGrpSpPr>
          <p:grpSpPr>
            <a:xfrm>
              <a:off x="2991025" y="2617650"/>
              <a:ext cx="2113068" cy="3881728"/>
              <a:chOff x="2991025" y="2617650"/>
              <a:chExt cx="2113068" cy="3881728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D9B14F0-9BF5-A429-AD9D-284B00DF6A96}"/>
                  </a:ext>
                </a:extLst>
              </p:cNvPr>
              <p:cNvSpPr/>
              <p:nvPr/>
            </p:nvSpPr>
            <p:spPr>
              <a:xfrm>
                <a:off x="4255407" y="3197313"/>
                <a:ext cx="371475" cy="2401129"/>
              </a:xfrm>
              <a:prstGeom prst="rect">
                <a:avLst/>
              </a:prstGeom>
              <a:solidFill>
                <a:srgbClr val="E49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24B38A-018D-6C8E-60CC-579AC2BB2046}"/>
                  </a:ext>
                </a:extLst>
              </p:cNvPr>
              <p:cNvSpPr/>
              <p:nvPr/>
            </p:nvSpPr>
            <p:spPr>
              <a:xfrm>
                <a:off x="3704363" y="3694870"/>
                <a:ext cx="371475" cy="2369379"/>
              </a:xfrm>
              <a:prstGeom prst="rect">
                <a:avLst/>
              </a:prstGeom>
              <a:solidFill>
                <a:srgbClr val="8C54F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07D3DF2-7E1E-C75A-EC54-A90D70D2BBE7}"/>
                  </a:ext>
                </a:extLst>
              </p:cNvPr>
              <p:cNvSpPr/>
              <p:nvPr/>
            </p:nvSpPr>
            <p:spPr>
              <a:xfrm>
                <a:off x="4624570" y="3052055"/>
                <a:ext cx="371475" cy="2558169"/>
              </a:xfrm>
              <a:prstGeom prst="rect">
                <a:avLst/>
              </a:prstGeom>
              <a:solidFill>
                <a:srgbClr val="8C54F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93F2993-D51B-DBB7-7BDE-DD9F2B0E24A5}"/>
                  </a:ext>
                </a:extLst>
              </p:cNvPr>
              <p:cNvSpPr/>
              <p:nvPr/>
            </p:nvSpPr>
            <p:spPr>
              <a:xfrm rot="20021161">
                <a:off x="3726444" y="3380973"/>
                <a:ext cx="1254527" cy="392876"/>
              </a:xfrm>
              <a:prstGeom prst="rect">
                <a:avLst/>
              </a:prstGeom>
              <a:solidFill>
                <a:srgbClr val="8C54F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B52BBAE-84C5-FC9B-0222-B24D1E2C828D}"/>
                  </a:ext>
                </a:extLst>
              </p:cNvPr>
              <p:cNvSpPr/>
              <p:nvPr/>
            </p:nvSpPr>
            <p:spPr>
              <a:xfrm>
                <a:off x="3333732" y="3479801"/>
                <a:ext cx="371475" cy="2613024"/>
              </a:xfrm>
              <a:prstGeom prst="rect">
                <a:avLst/>
              </a:prstGeom>
              <a:solidFill>
                <a:srgbClr val="E49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D75BCB5-E2AC-B0BE-A37A-75DF41C1E1F8}"/>
                  </a:ext>
                </a:extLst>
              </p:cNvPr>
              <p:cNvSpPr/>
              <p:nvPr/>
            </p:nvSpPr>
            <p:spPr>
              <a:xfrm rot="1089130">
                <a:off x="3042041" y="6106502"/>
                <a:ext cx="1696115" cy="392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4FD0F5F-2F07-08D5-D3AE-DA6B93896798}"/>
                  </a:ext>
                </a:extLst>
              </p:cNvPr>
              <p:cNvSpPr/>
              <p:nvPr/>
            </p:nvSpPr>
            <p:spPr>
              <a:xfrm rot="1089130">
                <a:off x="4185593" y="5524530"/>
                <a:ext cx="466443" cy="392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96FB88D-2A40-B2E7-585A-04AF9A671A23}"/>
                  </a:ext>
                </a:extLst>
              </p:cNvPr>
              <p:cNvSpPr/>
              <p:nvPr/>
            </p:nvSpPr>
            <p:spPr>
              <a:xfrm rot="20021161">
                <a:off x="3535071" y="3007617"/>
                <a:ext cx="1448639" cy="392876"/>
              </a:xfrm>
              <a:prstGeom prst="rect">
                <a:avLst/>
              </a:prstGeom>
              <a:solidFill>
                <a:srgbClr val="AF6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E645642-8F54-F85D-B494-8B9A740A482F}"/>
                  </a:ext>
                </a:extLst>
              </p:cNvPr>
              <p:cNvSpPr/>
              <p:nvPr/>
            </p:nvSpPr>
            <p:spPr>
              <a:xfrm rot="1089130">
                <a:off x="3356548" y="3249250"/>
                <a:ext cx="415651" cy="392876"/>
              </a:xfrm>
              <a:prstGeom prst="rect">
                <a:avLst/>
              </a:prstGeom>
              <a:solidFill>
                <a:srgbClr val="AF6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E420E8D-F4D3-46F1-11CF-391AF46D3DA9}"/>
                  </a:ext>
                </a:extLst>
              </p:cNvPr>
              <p:cNvSpPr/>
              <p:nvPr/>
            </p:nvSpPr>
            <p:spPr>
              <a:xfrm rot="1089130">
                <a:off x="4661731" y="2617650"/>
                <a:ext cx="442362" cy="392876"/>
              </a:xfrm>
              <a:prstGeom prst="rect">
                <a:avLst/>
              </a:prstGeom>
              <a:solidFill>
                <a:srgbClr val="D7E5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140E572-3EC0-99DB-83BD-1A8811C0B408}"/>
                  </a:ext>
                </a:extLst>
              </p:cNvPr>
              <p:cNvSpPr/>
              <p:nvPr/>
            </p:nvSpPr>
            <p:spPr>
              <a:xfrm rot="20021161">
                <a:off x="2991025" y="2908784"/>
                <a:ext cx="1725291" cy="392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D8B6B93-000D-E718-42B6-87DCC1C0F093}"/>
                </a:ext>
              </a:extLst>
            </p:cNvPr>
            <p:cNvSpPr/>
            <p:nvPr/>
          </p:nvSpPr>
          <p:spPr>
            <a:xfrm rot="20021161">
              <a:off x="5052573" y="1725944"/>
              <a:ext cx="446270" cy="392876"/>
            </a:xfrm>
            <a:prstGeom prst="rect">
              <a:avLst/>
            </a:prstGeom>
            <a:solidFill>
              <a:srgbClr val="70A3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946DB1D-401E-96F0-195C-B4BDBFA07488}"/>
                </a:ext>
              </a:extLst>
            </p:cNvPr>
            <p:cNvSpPr/>
            <p:nvPr/>
          </p:nvSpPr>
          <p:spPr>
            <a:xfrm rot="17737531">
              <a:off x="5499417" y="4030814"/>
              <a:ext cx="384280" cy="1219119"/>
            </a:xfrm>
            <a:prstGeom prst="rect">
              <a:avLst/>
            </a:prstGeom>
            <a:solidFill>
              <a:srgbClr val="70A3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A515B53-886C-26B1-5853-5B1882784A84}"/>
                </a:ext>
              </a:extLst>
            </p:cNvPr>
            <p:cNvSpPr/>
            <p:nvPr/>
          </p:nvSpPr>
          <p:spPr>
            <a:xfrm rot="20021161">
              <a:off x="5689258" y="5426019"/>
              <a:ext cx="1696115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CF18A22-C789-B283-1E26-518CA7B04610}"/>
                </a:ext>
              </a:extLst>
            </p:cNvPr>
            <p:cNvSpPr/>
            <p:nvPr/>
          </p:nvSpPr>
          <p:spPr>
            <a:xfrm rot="20021161">
              <a:off x="6282777" y="5367574"/>
              <a:ext cx="1696115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6B471B-D1A6-90A6-BBFA-E1DE1CA71530}"/>
                </a:ext>
              </a:extLst>
            </p:cNvPr>
            <p:cNvSpPr/>
            <p:nvPr/>
          </p:nvSpPr>
          <p:spPr>
            <a:xfrm>
              <a:off x="5366723" y="778606"/>
              <a:ext cx="371475" cy="24011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B1ACD33-26CE-F509-4EC8-55D3751A2453}"/>
                </a:ext>
              </a:extLst>
            </p:cNvPr>
            <p:cNvSpPr/>
            <p:nvPr/>
          </p:nvSpPr>
          <p:spPr>
            <a:xfrm rot="20021161">
              <a:off x="5349019" y="2761336"/>
              <a:ext cx="3002904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FA2F90B-8C86-3A82-9DF4-167493EBDA1F}"/>
                </a:ext>
              </a:extLst>
            </p:cNvPr>
            <p:cNvSpPr/>
            <p:nvPr/>
          </p:nvSpPr>
          <p:spPr>
            <a:xfrm rot="1089130">
              <a:off x="5394653" y="5033754"/>
              <a:ext cx="1576100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D3488CE-590B-7833-453F-48035C9E898D}"/>
                </a:ext>
              </a:extLst>
            </p:cNvPr>
            <p:cNvSpPr/>
            <p:nvPr/>
          </p:nvSpPr>
          <p:spPr>
            <a:xfrm rot="1089130">
              <a:off x="5316769" y="3414044"/>
              <a:ext cx="425718" cy="308612"/>
            </a:xfrm>
            <a:prstGeom prst="rect">
              <a:avLst/>
            </a:prstGeom>
            <a:solidFill>
              <a:srgbClr val="A3C5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94243C5-932F-9755-5E13-EDB01BB070BF}"/>
                </a:ext>
              </a:extLst>
            </p:cNvPr>
            <p:cNvSpPr/>
            <p:nvPr/>
          </p:nvSpPr>
          <p:spPr>
            <a:xfrm rot="20021161">
              <a:off x="5235312" y="3115548"/>
              <a:ext cx="696454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270A75C-DD43-35DE-34D7-20464B804FD4}"/>
                </a:ext>
              </a:extLst>
            </p:cNvPr>
            <p:cNvSpPr/>
            <p:nvPr/>
          </p:nvSpPr>
          <p:spPr>
            <a:xfrm rot="1089130">
              <a:off x="5269626" y="3696988"/>
              <a:ext cx="335891" cy="622911"/>
            </a:xfrm>
            <a:prstGeom prst="rect">
              <a:avLst/>
            </a:prstGeom>
            <a:solidFill>
              <a:srgbClr val="D7E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AB395FA-1543-A1E8-9620-2C948511D5F1}"/>
                </a:ext>
              </a:extLst>
            </p:cNvPr>
            <p:cNvSpPr/>
            <p:nvPr/>
          </p:nvSpPr>
          <p:spPr>
            <a:xfrm>
              <a:off x="4994310" y="1862962"/>
              <a:ext cx="371475" cy="3573152"/>
            </a:xfrm>
            <a:prstGeom prst="rect">
              <a:avLst/>
            </a:prstGeom>
            <a:solidFill>
              <a:srgbClr val="70A3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DC4F78D-879E-3AF7-9B04-9F6E7262DAC3}"/>
                </a:ext>
              </a:extLst>
            </p:cNvPr>
            <p:cNvSpPr/>
            <p:nvPr/>
          </p:nvSpPr>
          <p:spPr>
            <a:xfrm rot="18104870">
              <a:off x="5141334" y="3755273"/>
              <a:ext cx="1319693" cy="370968"/>
            </a:xfrm>
            <a:prstGeom prst="rect">
              <a:avLst/>
            </a:prstGeom>
            <a:solidFill>
              <a:srgbClr val="70A3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4E304C4-EC5B-DE05-09E6-3118CAA665D6}"/>
                </a:ext>
              </a:extLst>
            </p:cNvPr>
            <p:cNvSpPr/>
            <p:nvPr/>
          </p:nvSpPr>
          <p:spPr>
            <a:xfrm rot="20021161">
              <a:off x="5594591" y="3369650"/>
              <a:ext cx="696454" cy="263762"/>
            </a:xfrm>
            <a:prstGeom prst="rect">
              <a:avLst/>
            </a:prstGeom>
            <a:solidFill>
              <a:srgbClr val="A3C5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244D54C-AD1E-6346-A242-37B8114FEFB3}"/>
                </a:ext>
              </a:extLst>
            </p:cNvPr>
            <p:cNvSpPr/>
            <p:nvPr/>
          </p:nvSpPr>
          <p:spPr>
            <a:xfrm rot="1089130">
              <a:off x="5774035" y="3001944"/>
              <a:ext cx="625659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21CEDA8-4A44-72DC-006B-0144F2FD1BFC}"/>
                </a:ext>
              </a:extLst>
            </p:cNvPr>
            <p:cNvSpPr/>
            <p:nvPr/>
          </p:nvSpPr>
          <p:spPr>
            <a:xfrm rot="20021161">
              <a:off x="3629218" y="5365992"/>
              <a:ext cx="3002904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A64CBFE-D956-D18B-5D91-2C9F7EF0E22C}"/>
                </a:ext>
              </a:extLst>
            </p:cNvPr>
            <p:cNvSpPr/>
            <p:nvPr/>
          </p:nvSpPr>
          <p:spPr>
            <a:xfrm rot="20021161">
              <a:off x="4658211" y="1565356"/>
              <a:ext cx="700461" cy="263762"/>
            </a:xfrm>
            <a:prstGeom prst="rect">
              <a:avLst/>
            </a:prstGeom>
            <a:solidFill>
              <a:srgbClr val="A3C5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8628135-A3C2-FB3F-9232-EC67DC9A8EE7}"/>
                </a:ext>
              </a:extLst>
            </p:cNvPr>
            <p:cNvSpPr/>
            <p:nvPr/>
          </p:nvSpPr>
          <p:spPr>
            <a:xfrm rot="1089130">
              <a:off x="4841454" y="1196762"/>
              <a:ext cx="625659" cy="392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4F405E3-AA42-EAFF-AFC3-D671B2612FD2}"/>
                </a:ext>
              </a:extLst>
            </p:cNvPr>
            <p:cNvSpPr/>
            <p:nvPr/>
          </p:nvSpPr>
          <p:spPr>
            <a:xfrm rot="1089130">
              <a:off x="4529234" y="1780352"/>
              <a:ext cx="415651" cy="392876"/>
            </a:xfrm>
            <a:prstGeom prst="rect">
              <a:avLst/>
            </a:prstGeom>
            <a:solidFill>
              <a:srgbClr val="D7E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701AD33-AFA4-F161-5052-B1819C23383D}"/>
                </a:ext>
              </a:extLst>
            </p:cNvPr>
            <p:cNvSpPr/>
            <p:nvPr/>
          </p:nvSpPr>
          <p:spPr>
            <a:xfrm>
              <a:off x="4621050" y="1862961"/>
              <a:ext cx="371475" cy="1074667"/>
            </a:xfrm>
            <a:prstGeom prst="rect">
              <a:avLst/>
            </a:prstGeom>
            <a:solidFill>
              <a:srgbClr val="D7E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2600D7D-2E4F-8F8F-DF82-2EAB440D7645}"/>
                </a:ext>
              </a:extLst>
            </p:cNvPr>
            <p:cNvSpPr/>
            <p:nvPr/>
          </p:nvSpPr>
          <p:spPr>
            <a:xfrm>
              <a:off x="4257102" y="1677321"/>
              <a:ext cx="371475" cy="12603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2236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B98769-2089-6E80-67B9-77F84199F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838" y="202968"/>
            <a:ext cx="4376259" cy="645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3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EC2B7-4ABC-9CD2-9BBE-320489456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E44CFB-3AEB-E1E2-1B53-961FB3165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838" y="202968"/>
            <a:ext cx="4376259" cy="645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7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 Kambo</dc:creator>
  <cp:lastModifiedBy>Nav Kambo</cp:lastModifiedBy>
  <cp:revision>2</cp:revision>
  <dcterms:created xsi:type="dcterms:W3CDTF">2026-05-11T20:39:49Z</dcterms:created>
  <dcterms:modified xsi:type="dcterms:W3CDTF">2026-05-13T21:16:14Z</dcterms:modified>
</cp:coreProperties>
</file>